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91" r:id="rId14"/>
    <p:sldId id="270" r:id="rId15"/>
    <p:sldId id="271" r:id="rId16"/>
    <p:sldId id="272" r:id="rId17"/>
    <p:sldId id="273" r:id="rId18"/>
    <p:sldId id="274" r:id="rId19"/>
    <p:sldId id="275" r:id="rId20"/>
    <p:sldId id="279" r:id="rId21"/>
    <p:sldId id="277" r:id="rId22"/>
    <p:sldId id="276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4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5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6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56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07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8215-D1CF-A9F0-1B70-2BF7957EA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2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0819E-B14F-4AE8-8B01-612E40733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39"/>
            <a:ext cx="914400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1" indent="0" algn="ctr">
              <a:buNone/>
              <a:defRPr sz="2000"/>
            </a:lvl2pPr>
            <a:lvl3pPr marL="914282" indent="0" algn="ctr">
              <a:buNone/>
              <a:defRPr sz="1801"/>
            </a:lvl3pPr>
            <a:lvl4pPr marL="1371423" indent="0" algn="ctr">
              <a:buNone/>
              <a:defRPr sz="1601"/>
            </a:lvl4pPr>
            <a:lvl5pPr marL="1828564" indent="0" algn="ctr">
              <a:buNone/>
              <a:defRPr sz="1601"/>
            </a:lvl5pPr>
            <a:lvl6pPr marL="2285701" indent="0" algn="ctr">
              <a:buNone/>
              <a:defRPr sz="1601"/>
            </a:lvl6pPr>
            <a:lvl7pPr marL="2742842" indent="0" algn="ctr">
              <a:buNone/>
              <a:defRPr sz="1601"/>
            </a:lvl7pPr>
            <a:lvl8pPr marL="3199983" indent="0" algn="ctr">
              <a:buNone/>
              <a:defRPr sz="1601"/>
            </a:lvl8pPr>
            <a:lvl9pPr marL="3657124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55817-3BCA-5887-A475-2AFA246C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9100E-425C-64D6-7773-AD800BEB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75A1-2F60-944B-DC91-52A95239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4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D32F-EB5D-AB40-C076-47F6C70A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56B12-7D40-3531-16B6-3429F9B8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8D90F-9630-5241-6E4B-595647F1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EB828-FE6B-D2B4-927B-0B40DB15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A933-44A2-0037-491E-AB78EAD3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D7F7-9326-58AC-0A51-9C92E79E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15EE-47DE-1811-FF99-4375579E8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1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4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82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42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4pPr>
            <a:lvl5pPr marL="1828564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5pPr>
            <a:lvl6pPr marL="2285701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6pPr>
            <a:lvl7pPr marL="2742842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7pPr>
            <a:lvl8pPr marL="319998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8pPr>
            <a:lvl9pPr marL="3657124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984C-3DD9-8801-B5AA-4A76599F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13EF7-E37F-B3DD-09A1-1DAAA01D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C945-6C86-C784-70A7-ECFAD81A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4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677C-E408-EFBF-C6A9-56387773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FF00-F0D3-935F-2599-062BFAAC0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34705-C9F3-9509-FF3E-4C9E61B14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8A672-238B-0F02-D76E-A9E0ADB0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F258-0CE6-21B9-F435-C5EE8C6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5E21A-1FFD-51A7-018E-DD3F582C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1007-675C-F5A5-4FA4-1281E007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6"/>
            <a:ext cx="10515601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FBB9-5AC8-AECC-63B8-63262A6F7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1" indent="0">
              <a:buNone/>
              <a:defRPr sz="2000" b="1"/>
            </a:lvl2pPr>
            <a:lvl3pPr marL="914282" indent="0">
              <a:buNone/>
              <a:defRPr sz="1801" b="1"/>
            </a:lvl3pPr>
            <a:lvl4pPr marL="1371423" indent="0">
              <a:buNone/>
              <a:defRPr sz="1601" b="1"/>
            </a:lvl4pPr>
            <a:lvl5pPr marL="1828564" indent="0">
              <a:buNone/>
              <a:defRPr sz="1601" b="1"/>
            </a:lvl5pPr>
            <a:lvl6pPr marL="2285701" indent="0">
              <a:buNone/>
              <a:defRPr sz="1601" b="1"/>
            </a:lvl6pPr>
            <a:lvl7pPr marL="2742842" indent="0">
              <a:buNone/>
              <a:defRPr sz="1601" b="1"/>
            </a:lvl7pPr>
            <a:lvl8pPr marL="3199983" indent="0">
              <a:buNone/>
              <a:defRPr sz="1601" b="1"/>
            </a:lvl8pPr>
            <a:lvl9pPr marL="365712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7ABB6-8A43-47C5-6149-F6FE9EE9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57FE6-C79B-31BA-AC91-3CD5638CC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4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1" indent="0">
              <a:buNone/>
              <a:defRPr sz="2000" b="1"/>
            </a:lvl2pPr>
            <a:lvl3pPr marL="914282" indent="0">
              <a:buNone/>
              <a:defRPr sz="1801" b="1"/>
            </a:lvl3pPr>
            <a:lvl4pPr marL="1371423" indent="0">
              <a:buNone/>
              <a:defRPr sz="1601" b="1"/>
            </a:lvl4pPr>
            <a:lvl5pPr marL="1828564" indent="0">
              <a:buNone/>
              <a:defRPr sz="1601" b="1"/>
            </a:lvl5pPr>
            <a:lvl6pPr marL="2285701" indent="0">
              <a:buNone/>
              <a:defRPr sz="1601" b="1"/>
            </a:lvl6pPr>
            <a:lvl7pPr marL="2742842" indent="0">
              <a:buNone/>
              <a:defRPr sz="1601" b="1"/>
            </a:lvl7pPr>
            <a:lvl8pPr marL="3199983" indent="0">
              <a:buNone/>
              <a:defRPr sz="1601" b="1"/>
            </a:lvl8pPr>
            <a:lvl9pPr marL="365712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362B9-C049-2602-7318-AE7BD0C6B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71ED1-DB08-92D4-5C81-79D66592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DA2C-3AE9-D86C-B58E-F2D58CB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EA407-F408-4C76-BE0E-A654D281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3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1408-CD21-2B1F-F89D-92CD74A4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BCCDD-B8DD-F780-33BF-CD5F452D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D741F-1243-A477-5A29-460FB6C8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6AA6F-3366-38D3-04E6-F20025D7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7AE9C-B06B-D324-2A4F-2272EE2D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F078A-DB38-9725-492D-92969226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04BB-AE1D-4B94-71B6-692170C7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6F44-B4FD-828D-1E6A-7B407803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199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80EB5-651F-8A05-CD8E-5801ABBB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172201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4F965-008F-127B-B678-BA747409D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41" indent="0">
              <a:buNone/>
              <a:defRPr sz="1401"/>
            </a:lvl2pPr>
            <a:lvl3pPr marL="914282" indent="0">
              <a:buNone/>
              <a:defRPr sz="1198"/>
            </a:lvl3pPr>
            <a:lvl4pPr marL="1371423" indent="0">
              <a:buNone/>
              <a:defRPr sz="999"/>
            </a:lvl4pPr>
            <a:lvl5pPr marL="1828564" indent="0">
              <a:buNone/>
              <a:defRPr sz="999"/>
            </a:lvl5pPr>
            <a:lvl6pPr marL="2285701" indent="0">
              <a:buNone/>
              <a:defRPr sz="999"/>
            </a:lvl6pPr>
            <a:lvl7pPr marL="2742842" indent="0">
              <a:buNone/>
              <a:defRPr sz="999"/>
            </a:lvl7pPr>
            <a:lvl8pPr marL="3199983" indent="0">
              <a:buNone/>
              <a:defRPr sz="999"/>
            </a:lvl8pPr>
            <a:lvl9pPr marL="365712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6CF03-52D5-3DFA-2EE7-270B0FCA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61701-6ABF-8EF9-26A4-D4584A78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DACF8-65B6-0207-2CBB-2C4E9F6B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B048-88BF-948F-0286-A2D86A69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199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7FCDC-2ED6-ED9A-1763-F58AF101C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172201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141" indent="0">
              <a:buNone/>
              <a:defRPr sz="2799"/>
            </a:lvl2pPr>
            <a:lvl3pPr marL="914282" indent="0">
              <a:buNone/>
              <a:defRPr sz="2400"/>
            </a:lvl3pPr>
            <a:lvl4pPr marL="1371423" indent="0">
              <a:buNone/>
              <a:defRPr sz="2000"/>
            </a:lvl4pPr>
            <a:lvl5pPr marL="1828564" indent="0">
              <a:buNone/>
              <a:defRPr sz="2000"/>
            </a:lvl5pPr>
            <a:lvl6pPr marL="2285701" indent="0">
              <a:buNone/>
              <a:defRPr sz="2000"/>
            </a:lvl6pPr>
            <a:lvl7pPr marL="2742842" indent="0">
              <a:buNone/>
              <a:defRPr sz="2000"/>
            </a:lvl7pPr>
            <a:lvl8pPr marL="3199983" indent="0">
              <a:buNone/>
              <a:defRPr sz="2000"/>
            </a:lvl8pPr>
            <a:lvl9pPr marL="365712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E030C-1863-5999-BC83-FB54987DE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141" indent="0">
              <a:buNone/>
              <a:defRPr sz="1401"/>
            </a:lvl2pPr>
            <a:lvl3pPr marL="914282" indent="0">
              <a:buNone/>
              <a:defRPr sz="1198"/>
            </a:lvl3pPr>
            <a:lvl4pPr marL="1371423" indent="0">
              <a:buNone/>
              <a:defRPr sz="999"/>
            </a:lvl4pPr>
            <a:lvl5pPr marL="1828564" indent="0">
              <a:buNone/>
              <a:defRPr sz="999"/>
            </a:lvl5pPr>
            <a:lvl6pPr marL="2285701" indent="0">
              <a:buNone/>
              <a:defRPr sz="999"/>
            </a:lvl6pPr>
            <a:lvl7pPr marL="2742842" indent="0">
              <a:buNone/>
              <a:defRPr sz="999"/>
            </a:lvl7pPr>
            <a:lvl8pPr marL="3199983" indent="0">
              <a:buNone/>
              <a:defRPr sz="999"/>
            </a:lvl8pPr>
            <a:lvl9pPr marL="365712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E7211-BFE9-EB9E-D8DF-C47466AF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840C3-73DC-74AD-EE19-BBC9BCF5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467B7-B526-55EF-24FC-1B6E579A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6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A8F-4CC2-0A1C-2BE3-2E743F27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B91F4-88D2-6DBD-D6CB-C441E8952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A1F2-D758-1229-86B0-660EEF14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5026-DA25-49EC-D0FB-EDC7B5B5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2241-7505-3E38-F959-E87D1849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3A760-F36A-C468-736F-BBB1ACB8D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4" y="365126"/>
            <a:ext cx="262889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2D0CB-3122-2227-9C36-C83D60940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B5F2-E193-6FC1-69D3-39859A88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E01D-9275-AE8B-2E64-9BF2F816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75AE-ED48-041D-D40F-519D0A17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1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46001-0700-06F2-5A7B-BB002AF8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B7390-A14B-BAAE-7AB1-8589733E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1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4FD1-FAED-BF68-2056-7FC57550A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2743202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65587-9C4C-414F-A385-CCAE61E11FA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1DF64-6AE8-870A-B18E-215A76C3B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1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D7749-ADE6-186C-DEC2-F0A2C0FA0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2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0AE46-A368-4478-8193-24679941B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8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9" indent="-228569" algn="l" defTabSz="914282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1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2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4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5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3" indent="-228569" algn="l" defTabSz="914282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3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4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1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2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3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4" algn="l" defTabSz="91428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B4BFABF-B8DA-AA35-0221-86073FFD422B}"/>
              </a:ext>
            </a:extLst>
          </p:cNvPr>
          <p:cNvGrpSpPr/>
          <p:nvPr/>
        </p:nvGrpSpPr>
        <p:grpSpPr>
          <a:xfrm>
            <a:off x="4517574" y="589978"/>
            <a:ext cx="3603172" cy="5037937"/>
            <a:chOff x="4517574" y="589978"/>
            <a:chExt cx="3603172" cy="50379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681C3E9-7D95-EDCA-254E-2B6618E85E5D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r>
                <a:rPr lang="en-US" sz="2799" b="1" dirty="0">
                  <a:solidFill>
                    <a:schemeClr val="tx1"/>
                  </a:solidFill>
                  <a:latin typeface="Arial Rounded MT Bold" panose="020F0704030504030204" pitchFamily="34" charset="0"/>
                  <a:ea typeface="Segoe UI Symbol" panose="020B0502040204020203" pitchFamily="34" charset="0"/>
                </a:rPr>
                <a:t>INHERITANCE</a:t>
              </a:r>
            </a:p>
          </p:txBody>
        </p:sp>
        <p:pic>
          <p:nvPicPr>
            <p:cNvPr id="1026" name="Picture 2" descr="A professional law and justice icon set for your court themed designs. Available in AI, EPS, Figma, PNG, JPG, and SVG formats. Inheritance logo vectors">
              <a:extLst>
                <a:ext uri="{FF2B5EF4-FFF2-40B4-BE49-F238E27FC236}">
                  <a16:creationId xmlns:a16="http://schemas.microsoft.com/office/drawing/2014/main" id="{B0FEF0C6-EF7A-86BE-1AA9-22E4905D6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989" y="1747159"/>
              <a:ext cx="2634342" cy="2830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77E6D9-C77A-DB50-6A3B-97A522546DD2}"/>
                </a:ext>
              </a:extLst>
            </p:cNvPr>
            <p:cNvSpPr txBox="1"/>
            <p:nvPr/>
          </p:nvSpPr>
          <p:spPr>
            <a:xfrm>
              <a:off x="7365407" y="589978"/>
              <a:ext cx="753732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11AE44-ECC2-7657-359D-B35A40E6DB43}"/>
                </a:ext>
              </a:extLst>
            </p:cNvPr>
            <p:cNvSpPr txBox="1"/>
            <p:nvPr/>
          </p:nvSpPr>
          <p:spPr>
            <a:xfrm>
              <a:off x="4766197" y="4751940"/>
              <a:ext cx="3141181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INHERITANCE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06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E529F-34E5-1B08-C8EC-EA952AA9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161B94-3007-CCC3-E23D-EA937E5A77C5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77200-A74A-C8DC-07FC-C07A3AC10E30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34938-850C-E4AB-7013-4C368C57A4D6}"/>
              </a:ext>
            </a:extLst>
          </p:cNvPr>
          <p:cNvSpPr txBox="1"/>
          <p:nvPr/>
        </p:nvSpPr>
        <p:spPr>
          <a:xfrm>
            <a:off x="5078350" y="4343401"/>
            <a:ext cx="24913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ERROR </a:t>
            </a:r>
          </a:p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60B6F-4DBB-8AB9-B576-F6489FAD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25" y="1712031"/>
            <a:ext cx="2566470" cy="257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D5F6E-66A1-C713-1EA2-9BB7D012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236B2-7BEC-AE2E-1E76-2F470F2E95BB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77623-4D64-ABC9-726B-59D43E191D16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8872C-A9F4-56C5-1FE6-C1EF7BC5E56D}"/>
              </a:ext>
            </a:extLst>
          </p:cNvPr>
          <p:cNvSpPr txBox="1"/>
          <p:nvPr/>
        </p:nvSpPr>
        <p:spPr>
          <a:xfrm>
            <a:off x="4964782" y="4545805"/>
            <a:ext cx="270875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447C03-4496-25D2-9851-4C88F87E7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55" y="1704663"/>
            <a:ext cx="2808807" cy="25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4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3B8B8-90DE-C0CE-B38C-807D630A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617297-1E64-F81D-AE7A-08ABB922CB9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A36A8-5C1F-1803-E758-2A0ADB31376F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62E72-5AA2-92F4-6184-3C55238070F7}"/>
              </a:ext>
            </a:extLst>
          </p:cNvPr>
          <p:cNvSpPr txBox="1"/>
          <p:nvPr/>
        </p:nvSpPr>
        <p:spPr>
          <a:xfrm>
            <a:off x="5807639" y="4545805"/>
            <a:ext cx="10230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GIT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B0C296-9314-FB17-6140-4AB7A1F59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782" y="1712031"/>
            <a:ext cx="2708756" cy="258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42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D113D-6306-759E-F276-6E856628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8B1A01-D937-7F4F-0A48-881F98BF3C4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8D100-E842-5153-6B7A-E4FF23CA0ABF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D74EC-7632-7420-AD7C-9A6F35F8F3E0}"/>
              </a:ext>
            </a:extLst>
          </p:cNvPr>
          <p:cNvSpPr txBox="1"/>
          <p:nvPr/>
        </p:nvSpPr>
        <p:spPr>
          <a:xfrm>
            <a:off x="5176848" y="4419600"/>
            <a:ext cx="2110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LOGGER</a:t>
            </a:r>
          </a:p>
        </p:txBody>
      </p:sp>
      <p:pic>
        <p:nvPicPr>
          <p:cNvPr id="3074" name="Picture 2" descr="Logs - Free computer icons">
            <a:extLst>
              <a:ext uri="{FF2B5EF4-FFF2-40B4-BE49-F238E27FC236}">
                <a16:creationId xmlns:a16="http://schemas.microsoft.com/office/drawing/2014/main" id="{56FB89E8-A5EC-F165-269E-25FF44E1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704" y="1605321"/>
            <a:ext cx="2707569" cy="270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39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F852F-1A6E-157B-3F58-A04957AD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5DF635-9255-A853-131B-EE8350D66DDC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0F121-1612-553A-07A8-72A1704832D0}"/>
              </a:ext>
            </a:extLst>
          </p:cNvPr>
          <p:cNvSpPr txBox="1"/>
          <p:nvPr/>
        </p:nvSpPr>
        <p:spPr>
          <a:xfrm>
            <a:off x="7365407" y="589978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B5230-2372-A32A-7665-58498F2599DD}"/>
              </a:ext>
            </a:extLst>
          </p:cNvPr>
          <p:cNvSpPr txBox="1"/>
          <p:nvPr/>
        </p:nvSpPr>
        <p:spPr>
          <a:xfrm>
            <a:off x="4428317" y="4539343"/>
            <a:ext cx="373813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 POLYMORPHISM</a:t>
            </a:r>
          </a:p>
        </p:txBody>
      </p:sp>
      <p:pic>
        <p:nvPicPr>
          <p:cNvPr id="4100" name="Picture 4" descr="Recycling Symbol Vector Art, Icons, and Graphics for Free Download">
            <a:extLst>
              <a:ext uri="{FF2B5EF4-FFF2-40B4-BE49-F238E27FC236}">
                <a16:creationId xmlns:a16="http://schemas.microsoft.com/office/drawing/2014/main" id="{1A4182CD-9381-9755-897E-1381DEB87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6" t="6408" r="18470" b="18775"/>
          <a:stretch>
            <a:fillRect/>
          </a:stretch>
        </p:blipFill>
        <p:spPr bwMode="auto">
          <a:xfrm>
            <a:off x="4963886" y="1937656"/>
            <a:ext cx="2777450" cy="211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09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62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6DF88-FA9D-BCFA-FD93-005B1550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497FFB-1972-5A6F-1050-BF5C8E838F72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D7516B-A494-32AF-61F9-12F84ED69D60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F53771-069C-5157-89BD-E1E2DADE5B79}"/>
                </a:ext>
              </a:extLst>
            </p:cNvPr>
            <p:cNvSpPr txBox="1"/>
            <p:nvPr/>
          </p:nvSpPr>
          <p:spPr>
            <a:xfrm>
              <a:off x="7294878" y="601937"/>
              <a:ext cx="82586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899514-8FC0-FEEA-90B0-6ABB5E31D6E5}"/>
                </a:ext>
              </a:extLst>
            </p:cNvPr>
            <p:cNvSpPr txBox="1"/>
            <p:nvPr/>
          </p:nvSpPr>
          <p:spPr>
            <a:xfrm>
              <a:off x="5210972" y="4539343"/>
              <a:ext cx="2216376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CACHING</a:t>
              </a:r>
            </a:p>
          </p:txBody>
        </p:sp>
        <p:pic>
          <p:nvPicPr>
            <p:cNvPr id="5122" name="Picture 2" descr="Cache Icon and Symbol Set for Efficient Data Management">
              <a:extLst>
                <a:ext uri="{FF2B5EF4-FFF2-40B4-BE49-F238E27FC236}">
                  <a16:creationId xmlns:a16="http://schemas.microsoft.com/office/drawing/2014/main" id="{87C4AE97-202A-6423-4678-596313F26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042" y="1617280"/>
              <a:ext cx="2645228" cy="2645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731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ED607-1A42-C0FE-963B-94607E7B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F977FF-4B6F-70C8-E46C-8C2CDBA7E8EB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8772673-9B39-06D6-39FF-45C0C0D3C719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0BDA8E-840F-8DAB-B4BC-7066356833A6}"/>
                </a:ext>
              </a:extLst>
            </p:cNvPr>
            <p:cNvSpPr txBox="1"/>
            <p:nvPr/>
          </p:nvSpPr>
          <p:spPr>
            <a:xfrm>
              <a:off x="7294878" y="601937"/>
              <a:ext cx="82586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BD3DF1-5828-29D0-4C2D-FA8DDC8C14F0}"/>
                </a:ext>
              </a:extLst>
            </p:cNvPr>
            <p:cNvSpPr txBox="1"/>
            <p:nvPr/>
          </p:nvSpPr>
          <p:spPr>
            <a:xfrm>
              <a:off x="5095044" y="4539343"/>
              <a:ext cx="2448234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DATABASE</a:t>
              </a:r>
            </a:p>
          </p:txBody>
        </p:sp>
        <p:pic>
          <p:nvPicPr>
            <p:cNvPr id="6148" name="Picture 4" descr="Database Logo Images – Browse 80,187 Stock Photos, Vectors, and Video |  Adobe Stock">
              <a:extLst>
                <a:ext uri="{FF2B5EF4-FFF2-40B4-BE49-F238E27FC236}">
                  <a16:creationId xmlns:a16="http://schemas.microsoft.com/office/drawing/2014/main" id="{934E7AA6-691D-B473-5B52-0BF38AB36F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90" t="20159" r="23967" b="21111"/>
            <a:stretch>
              <a:fillRect/>
            </a:stretch>
          </p:blipFill>
          <p:spPr bwMode="auto">
            <a:xfrm>
              <a:off x="5253951" y="1788155"/>
              <a:ext cx="2129853" cy="241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164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CC4D9-8BF2-2986-135B-2CC8689D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B7296E-8234-9321-98B5-42FCF7E7BFC5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6D630EF-0247-7D2F-5094-CC0D8DAF2C0B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B37C12-D869-E963-4EBF-A1CE115D71CC}"/>
                </a:ext>
              </a:extLst>
            </p:cNvPr>
            <p:cNvSpPr txBox="1"/>
            <p:nvPr/>
          </p:nvSpPr>
          <p:spPr>
            <a:xfrm>
              <a:off x="7294878" y="601937"/>
              <a:ext cx="82586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325479-4A0A-B793-9841-443E4F1EBD91}"/>
                </a:ext>
              </a:extLst>
            </p:cNvPr>
            <p:cNvSpPr txBox="1"/>
            <p:nvPr/>
          </p:nvSpPr>
          <p:spPr>
            <a:xfrm>
              <a:off x="4871524" y="4321505"/>
              <a:ext cx="276607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DATA </a:t>
              </a:r>
            </a:p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VALIDATION</a:t>
              </a:r>
            </a:p>
          </p:txBody>
        </p:sp>
        <p:pic>
          <p:nvPicPr>
            <p:cNvPr id="7170" name="Picture 2" descr="Data validation Generic color lineal-color icon | Freepik">
              <a:extLst>
                <a:ext uri="{FF2B5EF4-FFF2-40B4-BE49-F238E27FC236}">
                  <a16:creationId xmlns:a16="http://schemas.microsoft.com/office/drawing/2014/main" id="{0D479879-D16B-408B-4E13-E185804C5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2951" y="1929868"/>
              <a:ext cx="2296886" cy="2296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91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B1FB1-EA93-EDF2-9C98-AF530A71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773E081-7547-48E1-C25C-8A0A85252884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CFABD7-D561-4CE1-D67A-C9BF997FD8C2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4C070C-CC45-F798-DDF1-61054091EFA0}"/>
                </a:ext>
              </a:extLst>
            </p:cNvPr>
            <p:cNvSpPr txBox="1"/>
            <p:nvPr/>
          </p:nvSpPr>
          <p:spPr>
            <a:xfrm>
              <a:off x="7294878" y="601937"/>
              <a:ext cx="82586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334D5F-8751-6F1C-981F-044A94B9AE74}"/>
                </a:ext>
              </a:extLst>
            </p:cNvPr>
            <p:cNvSpPr txBox="1"/>
            <p:nvPr/>
          </p:nvSpPr>
          <p:spPr>
            <a:xfrm>
              <a:off x="4885951" y="4539343"/>
              <a:ext cx="2866427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FS ADAPTER</a:t>
              </a:r>
            </a:p>
          </p:txBody>
        </p:sp>
        <p:pic>
          <p:nvPicPr>
            <p:cNvPr id="8196" name="Picture 4" descr="Usb Hub Logo Template Vector Stock Illustrations – 20 Usb Hub Logo Template  Vector Stock Illustrations, Vectors &amp; Clipart - Dreamstime">
              <a:extLst>
                <a:ext uri="{FF2B5EF4-FFF2-40B4-BE49-F238E27FC236}">
                  <a16:creationId xmlns:a16="http://schemas.microsoft.com/office/drawing/2014/main" id="{80BA3337-6C51-56C9-9B99-1552F0394B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72" t="12857" r="18888" b="13334"/>
            <a:stretch>
              <a:fillRect/>
            </a:stretch>
          </p:blipFill>
          <p:spPr bwMode="auto">
            <a:xfrm>
              <a:off x="5334000" y="1712031"/>
              <a:ext cx="1971764" cy="2538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39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3E780-FF54-67A6-D9FB-FE898049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CD17BA-CC0B-C822-105A-B6F99460D0F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254D6-20E5-BB44-9BD3-96187E2859A7}"/>
              </a:ext>
            </a:extLst>
          </p:cNvPr>
          <p:cNvSpPr txBox="1"/>
          <p:nvPr/>
        </p:nvSpPr>
        <p:spPr>
          <a:xfrm>
            <a:off x="7294878" y="601937"/>
            <a:ext cx="825867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3FCDA-29FB-98DE-B7FB-DA2F5CD5697A}"/>
              </a:ext>
            </a:extLst>
          </p:cNvPr>
          <p:cNvSpPr txBox="1"/>
          <p:nvPr/>
        </p:nvSpPr>
        <p:spPr>
          <a:xfrm>
            <a:off x="5177035" y="4209551"/>
            <a:ext cx="237430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SECRETS</a:t>
            </a:r>
            <a:br>
              <a:rPr lang="en-US" sz="3300" dirty="0">
                <a:latin typeface="Arial Rounded MT Bold" panose="020F0704030504030204" pitchFamily="34" charset="0"/>
              </a:rPr>
            </a:br>
            <a:r>
              <a:rPr lang="en-US" sz="3300" dirty="0">
                <a:latin typeface="Arial Rounded MT Bold" panose="020F0704030504030204" pitchFamily="34" charset="0"/>
              </a:rPr>
              <a:t>MANAGER</a:t>
            </a:r>
          </a:p>
        </p:txBody>
      </p:sp>
      <p:pic>
        <p:nvPicPr>
          <p:cNvPr id="9218" name="Picture 2" descr="How to Store Sensitive Data on GCP: Secret Manager | by Juan Guillermo  Gómez Torres | Google Developer Experts | Medium">
            <a:extLst>
              <a:ext uri="{FF2B5EF4-FFF2-40B4-BE49-F238E27FC236}">
                <a16:creationId xmlns:a16="http://schemas.microsoft.com/office/drawing/2014/main" id="{40A6EDA4-FB10-277B-51B2-5AFDAF9E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859" y="1940631"/>
            <a:ext cx="1945569" cy="194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47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E7597-5602-CDD3-6A45-CC721E1E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1C8F8B-DB90-70CC-C2E0-5D02F8DAC28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B5A03-A7EE-A7BF-15E7-0E76C74E70C6}"/>
              </a:ext>
            </a:extLst>
          </p:cNvPr>
          <p:cNvSpPr txBox="1"/>
          <p:nvPr/>
        </p:nvSpPr>
        <p:spPr>
          <a:xfrm>
            <a:off x="7294878" y="601937"/>
            <a:ext cx="825867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E0223-CD7A-00EC-610B-0D60118930CF}"/>
              </a:ext>
            </a:extLst>
          </p:cNvPr>
          <p:cNvSpPr txBox="1"/>
          <p:nvPr/>
        </p:nvSpPr>
        <p:spPr>
          <a:xfrm>
            <a:off x="5710408" y="4209551"/>
            <a:ext cx="11769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Arial Rounded MT Bold" panose="020F0704030504030204" pitchFamily="34" charset="0"/>
              </a:rPr>
              <a:t>ORM</a:t>
            </a:r>
          </a:p>
        </p:txBody>
      </p:sp>
      <p:pic>
        <p:nvPicPr>
          <p:cNvPr id="6146" name="Picture 2" descr="Entity Relationship Diagram Icons - Free SVG &amp; PNG Entity ...">
            <a:extLst>
              <a:ext uri="{FF2B5EF4-FFF2-40B4-BE49-F238E27FC236}">
                <a16:creationId xmlns:a16="http://schemas.microsoft.com/office/drawing/2014/main" id="{FE12C56E-BB9F-F7DB-745A-A20BA8292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635" y="1617280"/>
            <a:ext cx="2301577" cy="230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40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204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84F6C-0750-CB8F-EF6D-1394E118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DFAA2EC-0F4C-87DE-437E-6D671009F2DC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C68CB04-C702-58C0-468A-F3A34E4AB885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1796126-9DCB-BEFB-4B1B-EC96E895ED22}"/>
                </a:ext>
              </a:extLst>
            </p:cNvPr>
            <p:cNvSpPr txBox="1"/>
            <p:nvPr/>
          </p:nvSpPr>
          <p:spPr>
            <a:xfrm>
              <a:off x="7294878" y="601937"/>
              <a:ext cx="71365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V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6E6ED4-9AD2-689F-2A1E-CEAF8C7FE80D}"/>
                </a:ext>
              </a:extLst>
            </p:cNvPr>
            <p:cNvSpPr txBox="1"/>
            <p:nvPr/>
          </p:nvSpPr>
          <p:spPr>
            <a:xfrm>
              <a:off x="5779732" y="4438157"/>
              <a:ext cx="116891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WEB</a:t>
              </a:r>
            </a:p>
          </p:txBody>
        </p:sp>
        <p:pic>
          <p:nvPicPr>
            <p:cNvPr id="10242" name="Picture 2" descr="Web interface Generic Blue icon | Freepik">
              <a:extLst>
                <a:ext uri="{FF2B5EF4-FFF2-40B4-BE49-F238E27FC236}">
                  <a16:creationId xmlns:a16="http://schemas.microsoft.com/office/drawing/2014/main" id="{A297616F-B933-85BF-D5BC-94D237B33D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9895" y="1529085"/>
              <a:ext cx="2908583" cy="2908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6131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75421-2736-37B0-D99E-151C9F8C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5DBDEA6-69A0-012B-22F4-3AFC5B718454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5C3D8AF-DF6E-C59C-0F3C-DA5E870C1DB0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9F3A611-ACE9-2A47-8F31-A8BC41DB77D8}"/>
                </a:ext>
              </a:extLst>
            </p:cNvPr>
            <p:cNvSpPr txBox="1"/>
            <p:nvPr/>
          </p:nvSpPr>
          <p:spPr>
            <a:xfrm>
              <a:off x="7294878" y="601937"/>
              <a:ext cx="71365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V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8D44FE-5381-1D46-B817-A0C457331C68}"/>
                </a:ext>
              </a:extLst>
            </p:cNvPr>
            <p:cNvSpPr txBox="1"/>
            <p:nvPr/>
          </p:nvSpPr>
          <p:spPr>
            <a:xfrm>
              <a:off x="5397153" y="4470815"/>
              <a:ext cx="184698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MOBILE</a:t>
              </a:r>
            </a:p>
          </p:txBody>
        </p:sp>
        <p:pic>
          <p:nvPicPr>
            <p:cNvPr id="11266" name="Picture 2" descr="Mobile Icon SVG Vector &amp; PNG Free Download | UXWing">
              <a:extLst>
                <a:ext uri="{FF2B5EF4-FFF2-40B4-BE49-F238E27FC236}">
                  <a16:creationId xmlns:a16="http://schemas.microsoft.com/office/drawing/2014/main" id="{A430D733-2151-6631-8188-33E0E47F9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4772" y="1549855"/>
              <a:ext cx="1628775" cy="2800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5659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FE1C-662D-9B7B-33A7-08B78C2F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F88DC0-4277-5A06-EF24-BF84DEFE3773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A7FDC32-CF0B-EC20-4C69-8A40316EDFC4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18B1AF-4CBA-7CE5-46F6-6C42467F86A4}"/>
                </a:ext>
              </a:extLst>
            </p:cNvPr>
            <p:cNvSpPr txBox="1"/>
            <p:nvPr/>
          </p:nvSpPr>
          <p:spPr>
            <a:xfrm>
              <a:off x="7294878" y="601937"/>
              <a:ext cx="71365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V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A37C09-77C5-62A7-A142-BD0FEEF5C70C}"/>
                </a:ext>
              </a:extLst>
            </p:cNvPr>
            <p:cNvSpPr txBox="1"/>
            <p:nvPr/>
          </p:nvSpPr>
          <p:spPr>
            <a:xfrm>
              <a:off x="5937241" y="4358865"/>
              <a:ext cx="885179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CLI</a:t>
              </a:r>
            </a:p>
          </p:txBody>
        </p:sp>
        <p:pic>
          <p:nvPicPr>
            <p:cNvPr id="12290" name="Picture 2" descr="Command Line Interface Icons - Free SVG &amp; PNG Command Line Interface Images  - Noun Project">
              <a:extLst>
                <a:ext uri="{FF2B5EF4-FFF2-40B4-BE49-F238E27FC236}">
                  <a16:creationId xmlns:a16="http://schemas.microsoft.com/office/drawing/2014/main" id="{79B454E8-6017-8EE7-4BDB-C3D0FCC7A3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6414" y="1712031"/>
              <a:ext cx="2646834" cy="2646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7525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1BE4B-50F3-7A6E-4641-9B66192A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4BA484-F641-DAA3-35E8-3D2D569A976D}"/>
              </a:ext>
            </a:extLst>
          </p:cNvPr>
          <p:cNvGrpSpPr/>
          <p:nvPr/>
        </p:nvGrpSpPr>
        <p:grpSpPr>
          <a:xfrm>
            <a:off x="4517574" y="601937"/>
            <a:ext cx="3603172" cy="5025978"/>
            <a:chOff x="4517574" y="601937"/>
            <a:chExt cx="3603172" cy="5025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E3AB8C9-6ED3-4A4E-CB25-443CC2D52D3D}"/>
                </a:ext>
              </a:extLst>
            </p:cNvPr>
            <p:cNvSpPr/>
            <p:nvPr/>
          </p:nvSpPr>
          <p:spPr>
            <a:xfrm>
              <a:off x="4517574" y="696688"/>
              <a:ext cx="3603172" cy="49312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806" dirty="0"/>
            </a:p>
            <a:p>
              <a:pPr algn="ctr"/>
              <a:endParaRPr lang="en-US" sz="2799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Symbol" panose="020B05020402040202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C972F3-EAC1-54C9-22CF-CCF820951DE2}"/>
                </a:ext>
              </a:extLst>
            </p:cNvPr>
            <p:cNvSpPr txBox="1"/>
            <p:nvPr/>
          </p:nvSpPr>
          <p:spPr>
            <a:xfrm>
              <a:off x="7294878" y="601937"/>
              <a:ext cx="713657" cy="1015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998" b="1" dirty="0">
                  <a:latin typeface="Arial Rounded MT Bold" panose="020F0704030504030204" pitchFamily="34" charset="0"/>
                </a:rPr>
                <a:t>V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B1AE95-815B-3245-CD20-4DCEBE82608F}"/>
                </a:ext>
              </a:extLst>
            </p:cNvPr>
            <p:cNvSpPr txBox="1"/>
            <p:nvPr/>
          </p:nvSpPr>
          <p:spPr>
            <a:xfrm>
              <a:off x="4943895" y="4358865"/>
              <a:ext cx="2871875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INPUT</a:t>
              </a:r>
            </a:p>
            <a:p>
              <a:pPr algn="ctr"/>
              <a:r>
                <a:rPr lang="en-US" sz="3300" dirty="0">
                  <a:latin typeface="Arial Rounded MT Bold" panose="020F0704030504030204" pitchFamily="34" charset="0"/>
                </a:rPr>
                <a:t>VALIDATION</a:t>
              </a:r>
            </a:p>
          </p:txBody>
        </p:sp>
        <p:pic>
          <p:nvPicPr>
            <p:cNvPr id="13314" name="Picture 2" descr="Validation Data Icons - Free SVG &amp; PNG Validation Data ...">
              <a:extLst>
                <a:ext uri="{FF2B5EF4-FFF2-40B4-BE49-F238E27FC236}">
                  <a16:creationId xmlns:a16="http://schemas.microsoft.com/office/drawing/2014/main" id="{9003CEE7-46CE-1850-F4EA-AC50D82869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715" y="1823357"/>
              <a:ext cx="2389414" cy="2389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2713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19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D67961-3013-8410-9D32-637A152522DA}"/>
              </a:ext>
            </a:extLst>
          </p:cNvPr>
          <p:cNvGrpSpPr/>
          <p:nvPr/>
        </p:nvGrpSpPr>
        <p:grpSpPr>
          <a:xfrm>
            <a:off x="5246913" y="1047750"/>
            <a:ext cx="3548743" cy="3910769"/>
            <a:chOff x="5246913" y="1047750"/>
            <a:chExt cx="3548743" cy="3910769"/>
          </a:xfrm>
        </p:grpSpPr>
        <p:pic>
          <p:nvPicPr>
            <p:cNvPr id="16386" name="Picture 2" descr="Outline Shield SVG, Shield SVG (2963588)">
              <a:extLst>
                <a:ext uri="{FF2B5EF4-FFF2-40B4-BE49-F238E27FC236}">
                  <a16:creationId xmlns:a16="http://schemas.microsoft.com/office/drawing/2014/main" id="{63475647-FFC5-4C67-0CDF-60074CCB7C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02" r="11956"/>
            <a:stretch>
              <a:fillRect/>
            </a:stretch>
          </p:blipFill>
          <p:spPr bwMode="auto">
            <a:xfrm>
              <a:off x="5246913" y="1047750"/>
              <a:ext cx="3548743" cy="3910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C2ABE753-6100-7DDB-097D-6F5D609F2918}"/>
                </a:ext>
              </a:extLst>
            </p:cNvPr>
            <p:cNvSpPr/>
            <p:nvPr/>
          </p:nvSpPr>
          <p:spPr>
            <a:xfrm>
              <a:off x="6193970" y="1926771"/>
              <a:ext cx="1687287" cy="1502229"/>
            </a:xfrm>
            <a:prstGeom prst="triangle">
              <a:avLst/>
            </a:prstGeom>
            <a:solidFill>
              <a:srgbClr val="FF0000"/>
            </a:solidFill>
            <a:ln w="155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609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FF02C-046C-5ED8-1092-8515D635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AD986D-1E8B-36F1-64D2-5592B850CAA2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BB7CB-CCB8-FD0B-7A86-E083C967DA57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B34C1-D98F-0632-961F-A0135DA4246C}"/>
              </a:ext>
            </a:extLst>
          </p:cNvPr>
          <p:cNvSpPr txBox="1"/>
          <p:nvPr/>
        </p:nvSpPr>
        <p:spPr>
          <a:xfrm>
            <a:off x="4424607" y="4548370"/>
            <a:ext cx="377981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7674F-2C64-82B5-F63B-13B5AC15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573" y="1638054"/>
            <a:ext cx="2489855" cy="248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7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3876E-DEEB-CFDA-D61F-354F946D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BAB5A-347F-2A2D-A01C-5CFB583F0EB8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C3508-73E9-5E61-6B81-FD818B1A0E6E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FB0FC-AF22-30FC-F49A-9A8DF698FA2C}"/>
              </a:ext>
            </a:extLst>
          </p:cNvPr>
          <p:cNvSpPr txBox="1"/>
          <p:nvPr/>
        </p:nvSpPr>
        <p:spPr>
          <a:xfrm>
            <a:off x="4603341" y="4548370"/>
            <a:ext cx="34223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AUTHORIZATION</a:t>
            </a:r>
          </a:p>
        </p:txBody>
      </p:sp>
      <p:pic>
        <p:nvPicPr>
          <p:cNvPr id="14340" name="Picture 4" descr="Authentication Icon SVG Vector &amp; PNG Free Download | UXWing">
            <a:extLst>
              <a:ext uri="{FF2B5EF4-FFF2-40B4-BE49-F238E27FC236}">
                <a16:creationId xmlns:a16="http://schemas.microsoft.com/office/drawing/2014/main" id="{C0CA760E-18F1-7A63-167B-2462E6301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472" y="1709466"/>
            <a:ext cx="2288719" cy="255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18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2D3A2-67B1-F5BB-ADDA-7A1C038B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2F92D7-668C-1333-80E3-6B6D817866A0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62715-C629-0F05-D33C-493872264D8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F3DFD-B600-9E35-744D-B41E9B2D58AA}"/>
              </a:ext>
            </a:extLst>
          </p:cNvPr>
          <p:cNvSpPr txBox="1"/>
          <p:nvPr/>
        </p:nvSpPr>
        <p:spPr>
          <a:xfrm>
            <a:off x="4940713" y="4548370"/>
            <a:ext cx="27476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CSRF </a:t>
            </a:r>
          </a:p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PROTECTION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70DA3-67B8-3BD0-39EB-7BDA940B7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988" y="1911551"/>
            <a:ext cx="2111069" cy="23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77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0EC9D-62FF-2047-7455-86C33C52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36BAEF-F3B3-44E1-48D3-F9C21700152D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B90C6-FC20-3195-2796-3D1499226FE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A7BF2-DD32-9FCB-7FA6-AF87C7CFB975}"/>
              </a:ext>
            </a:extLst>
          </p:cNvPr>
          <p:cNvSpPr txBox="1"/>
          <p:nvPr/>
        </p:nvSpPr>
        <p:spPr>
          <a:xfrm>
            <a:off x="4886081" y="4548370"/>
            <a:ext cx="28568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MIDDLEWARE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B852E-EEB6-49BC-D024-D7CD9E39B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80" y="2257064"/>
            <a:ext cx="1810474" cy="18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34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6E600-D23A-EC11-182B-39FE9E93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DEC9D-908A-621E-CA47-0616CBF95BE6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3AC7A-56CC-8143-515D-D331BE27B9F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B814-5D55-BEA0-49A1-208170C89FB0}"/>
              </a:ext>
            </a:extLst>
          </p:cNvPr>
          <p:cNvSpPr txBox="1"/>
          <p:nvPr/>
        </p:nvSpPr>
        <p:spPr>
          <a:xfrm>
            <a:off x="4789967" y="4548370"/>
            <a:ext cx="30491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RATE LIMITING</a:t>
            </a:r>
          </a:p>
        </p:txBody>
      </p:sp>
      <p:pic>
        <p:nvPicPr>
          <p:cNvPr id="1026" name="Picture 2" descr="Limit - Free signaling icons">
            <a:extLst>
              <a:ext uri="{FF2B5EF4-FFF2-40B4-BE49-F238E27FC236}">
                <a16:creationId xmlns:a16="http://schemas.microsoft.com/office/drawing/2014/main" id="{27334EB6-12BB-9186-84FB-CFE78308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69" y="1889223"/>
            <a:ext cx="2356205" cy="235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83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9F64E-4A03-2B68-0332-D1280224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EACC9-EE7F-3170-9D63-D3F00B812698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5B922-BB85-DF6B-C7C2-BDA9E59A3E6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49C34-882F-BFE3-E5D3-60A340FBBC8D}"/>
              </a:ext>
            </a:extLst>
          </p:cNvPr>
          <p:cNvSpPr txBox="1"/>
          <p:nvPr/>
        </p:nvSpPr>
        <p:spPr>
          <a:xfrm>
            <a:off x="5306872" y="4548370"/>
            <a:ext cx="20152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ROUTING</a:t>
            </a:r>
          </a:p>
        </p:txBody>
      </p:sp>
      <p:pic>
        <p:nvPicPr>
          <p:cNvPr id="2050" name="Picture 2" descr="Road Route Map Icon SVG Vector &amp; PNG Free Download | UXWing">
            <a:extLst>
              <a:ext uri="{FF2B5EF4-FFF2-40B4-BE49-F238E27FC236}">
                <a16:creationId xmlns:a16="http://schemas.microsoft.com/office/drawing/2014/main" id="{B5BFA394-35F4-8B01-CCCA-4FEE4885C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66" y="1712031"/>
            <a:ext cx="2207737" cy="24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689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294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B60E3-4FB1-81E8-EBD8-5EB69D1E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373700-E9FF-47CE-A264-1257B5CC38FE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20D58-EC17-E6B8-A98A-DF36A28C7C4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827A8-7D75-ECC6-3214-7D620F614294}"/>
              </a:ext>
            </a:extLst>
          </p:cNvPr>
          <p:cNvSpPr txBox="1"/>
          <p:nvPr/>
        </p:nvSpPr>
        <p:spPr>
          <a:xfrm>
            <a:off x="5798994" y="4548370"/>
            <a:ext cx="10310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DOS</a:t>
            </a:r>
          </a:p>
        </p:txBody>
      </p:sp>
      <p:pic>
        <p:nvPicPr>
          <p:cNvPr id="3076" name="Picture 4" descr="Desktop Computer Icon Computer PNG &amp; SVG Design For T-Shirts">
            <a:extLst>
              <a:ext uri="{FF2B5EF4-FFF2-40B4-BE49-F238E27FC236}">
                <a16:creationId xmlns:a16="http://schemas.microsoft.com/office/drawing/2014/main" id="{1B2D091D-50C8-80A5-FC49-55ADE09A6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47" y="1921880"/>
            <a:ext cx="2100943" cy="210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2D868-7243-F73B-C536-EEB522CA7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123" y="1519107"/>
            <a:ext cx="2774621" cy="277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40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167EB-85A4-35CE-5089-2288978E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861E4-6E6A-8E12-0D8B-85F4529D582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564A3-DD01-1448-C472-84E489F782A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ADC84-A9DA-E149-B8EE-486E30487589}"/>
              </a:ext>
            </a:extLst>
          </p:cNvPr>
          <p:cNvSpPr txBox="1"/>
          <p:nvPr/>
        </p:nvSpPr>
        <p:spPr>
          <a:xfrm>
            <a:off x="5696401" y="4548370"/>
            <a:ext cx="12362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CSRF</a:t>
            </a:r>
          </a:p>
        </p:txBody>
      </p:sp>
    </p:spTree>
    <p:extLst>
      <p:ext uri="{BB962C8B-B14F-4D97-AF65-F5344CB8AC3E}">
        <p14:creationId xmlns:p14="http://schemas.microsoft.com/office/powerpoint/2010/main" val="1389227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57A61-AC43-D748-7FF2-1F1DEDE1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E2F3B-041B-5D14-3FE0-F2238932A66F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C644D-4C5A-CD58-CE87-6A4A5A338D81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7A01A-6A32-61C4-2A75-95F133D79131}"/>
              </a:ext>
            </a:extLst>
          </p:cNvPr>
          <p:cNvSpPr txBox="1"/>
          <p:nvPr/>
        </p:nvSpPr>
        <p:spPr>
          <a:xfrm>
            <a:off x="5233231" y="4548370"/>
            <a:ext cx="21625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MALWARE</a:t>
            </a:r>
          </a:p>
        </p:txBody>
      </p:sp>
      <p:pic>
        <p:nvPicPr>
          <p:cNvPr id="4098" name="Picture 2" descr="Malware Vector Icon 30977767 Vector Art at Vecteezy">
            <a:extLst>
              <a:ext uri="{FF2B5EF4-FFF2-40B4-BE49-F238E27FC236}">
                <a16:creationId xmlns:a16="http://schemas.microsoft.com/office/drawing/2014/main" id="{DD5C37D6-033B-524E-A7BB-9DC87FEF1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07" y="1712031"/>
            <a:ext cx="2511626" cy="25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786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A8941-C953-15B8-F464-86F33C82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887730-E601-AF66-531C-FAD6BDEAB9F1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C891D-DFF6-7DEE-DEC9-912637DACAC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9B191-9998-2630-3E59-AF80028ECD76}"/>
              </a:ext>
            </a:extLst>
          </p:cNvPr>
          <p:cNvSpPr txBox="1"/>
          <p:nvPr/>
        </p:nvSpPr>
        <p:spPr>
          <a:xfrm>
            <a:off x="4772274" y="4548370"/>
            <a:ext cx="30844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RANSOMWARE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966BA-11B5-7196-8955-C4B356F1A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177" y="1854273"/>
            <a:ext cx="2238687" cy="24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38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5DF1C-13DD-0F3E-09F0-DC40A55A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D17B8-02B7-16DA-641A-6CBC56B171D9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3690B-8A7E-5261-AFED-683B9F0BBA46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6D98-6034-B993-0121-44FD45D4DDFB}"/>
              </a:ext>
            </a:extLst>
          </p:cNvPr>
          <p:cNvSpPr txBox="1"/>
          <p:nvPr/>
        </p:nvSpPr>
        <p:spPr>
          <a:xfrm>
            <a:off x="4711363" y="4548370"/>
            <a:ext cx="32063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SQL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1AE34-5CA5-A892-4593-8E2B3C720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683" y="1830659"/>
            <a:ext cx="2393116" cy="239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86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F13AD-B1C3-D688-C98F-5520E099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172551-FAB4-921A-415F-0D36A662D9A1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C39DA-63D4-D495-42B6-6D4E2837791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2ADB0-77AD-377D-F341-7F9D3E8E2EE3}"/>
              </a:ext>
            </a:extLst>
          </p:cNvPr>
          <p:cNvSpPr txBox="1"/>
          <p:nvPr/>
        </p:nvSpPr>
        <p:spPr>
          <a:xfrm>
            <a:off x="4537664" y="4548370"/>
            <a:ext cx="35537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UNAUTH ACCESS</a:t>
            </a:r>
          </a:p>
        </p:txBody>
      </p:sp>
      <p:pic>
        <p:nvPicPr>
          <p:cNvPr id="5122" name="Picture 2" descr="Unauthorized access - Free icons">
            <a:extLst>
              <a:ext uri="{FF2B5EF4-FFF2-40B4-BE49-F238E27FC236}">
                <a16:creationId xmlns:a16="http://schemas.microsoft.com/office/drawing/2014/main" id="{20B1698D-8FA6-0DB8-71EC-FB3F5AFCB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526" y="1479529"/>
            <a:ext cx="2439328" cy="243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026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96D01-246A-141A-EE30-3A81F98F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03A0C3-1F24-50C4-490D-C477FEBA873F}"/>
              </a:ext>
            </a:extLst>
          </p:cNvPr>
          <p:cNvSpPr/>
          <p:nvPr/>
        </p:nvSpPr>
        <p:spPr>
          <a:xfrm>
            <a:off x="4517574" y="696688"/>
            <a:ext cx="3603172" cy="49312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1" rIns="91439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806" dirty="0"/>
          </a:p>
          <a:p>
            <a:pPr algn="ctr"/>
            <a:endParaRPr lang="en-US" sz="2799" b="1" dirty="0">
              <a:solidFill>
                <a:schemeClr val="tx1"/>
              </a:solidFill>
              <a:latin typeface="Arial Rounded MT Bold" panose="020F0704030504030204" pitchFamily="34" charset="0"/>
              <a:ea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5CD45-6C18-9AA9-A3A7-2541683C4448}"/>
              </a:ext>
            </a:extLst>
          </p:cNvPr>
          <p:cNvSpPr txBox="1"/>
          <p:nvPr/>
        </p:nvSpPr>
        <p:spPr>
          <a:xfrm>
            <a:off x="7294878" y="601937"/>
            <a:ext cx="753732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8" b="1" dirty="0"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F14A5-E2C0-2D67-5C01-5B07766CD921}"/>
              </a:ext>
            </a:extLst>
          </p:cNvPr>
          <p:cNvSpPr txBox="1"/>
          <p:nvPr/>
        </p:nvSpPr>
        <p:spPr>
          <a:xfrm>
            <a:off x="5849497" y="4548370"/>
            <a:ext cx="9300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Arial Rounded MT Bold" panose="020F0704030504030204" pitchFamily="34" charset="0"/>
              </a:rPr>
              <a:t>XSS</a:t>
            </a:r>
          </a:p>
        </p:txBody>
      </p:sp>
    </p:spTree>
    <p:extLst>
      <p:ext uri="{BB962C8B-B14F-4D97-AF65-F5344CB8AC3E}">
        <p14:creationId xmlns:p14="http://schemas.microsoft.com/office/powerpoint/2010/main" val="164832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1564</TotalTime>
  <Words>74</Words>
  <Application>Microsoft Office PowerPoint</Application>
  <PresentationFormat>Widescreen</PresentationFormat>
  <Paragraphs>442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Rifat, Md Jamiur Rahman</dc:creator>
  <cp:lastModifiedBy>Rifat, Md Jamiur Rahman</cp:lastModifiedBy>
  <cp:revision>12</cp:revision>
  <dcterms:created xsi:type="dcterms:W3CDTF">2026-04-10T19:16:30Z</dcterms:created>
  <dcterms:modified xsi:type="dcterms:W3CDTF">2026-04-12T02:27:07Z</dcterms:modified>
</cp:coreProperties>
</file>